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455" r:id="rId2"/>
    <p:sldId id="456" r:id="rId3"/>
    <p:sldId id="457" r:id="rId4"/>
    <p:sldId id="458" r:id="rId5"/>
    <p:sldId id="459" r:id="rId6"/>
    <p:sldId id="460" r:id="rId7"/>
    <p:sldId id="461" r:id="rId8"/>
    <p:sldId id="462" r:id="rId9"/>
    <p:sldId id="463" r:id="rId10"/>
    <p:sldId id="466" r:id="rId11"/>
    <p:sldId id="464" r:id="rId12"/>
    <p:sldId id="465" r:id="rId13"/>
    <p:sldId id="467" r:id="rId14"/>
    <p:sldId id="468" r:id="rId15"/>
    <p:sldId id="469" r:id="rId16"/>
    <p:sldId id="470" r:id="rId17"/>
    <p:sldId id="471" r:id="rId18"/>
    <p:sldId id="472" r:id="rId19"/>
    <p:sldId id="473" r:id="rId20"/>
    <p:sldId id="474" r:id="rId21"/>
    <p:sldId id="4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10ACB-FB2E-4397-BF51-82A25F34BE7C}" v="11" dt="2023-06-03T05:33:25.406"/>
    <p1510:client id="{C3872732-857C-7630-DF07-B22D54E75ED9}" v="13" dt="2023-06-17T06:44:3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a2d7b32ec1678dc44d845c9d98c2b1eb712d66ac6d76937d2a867b6bacb18336::" providerId="AD" clId="Web-{C3872732-857C-7630-DF07-B22D54E75ED9}"/>
    <pc:docChg chg="modSld">
      <pc:chgData name="Guest User" userId="S::urn:spo:anon#a2d7b32ec1678dc44d845c9d98c2b1eb712d66ac6d76937d2a867b6bacb18336::" providerId="AD" clId="Web-{C3872732-857C-7630-DF07-B22D54E75ED9}" dt="2023-06-17T06:44:33.385" v="12" actId="1076"/>
      <pc:docMkLst>
        <pc:docMk/>
      </pc:docMkLst>
      <pc:sldChg chg="modSp">
        <pc:chgData name="Guest User" userId="S::urn:spo:anon#a2d7b32ec1678dc44d845c9d98c2b1eb712d66ac6d76937d2a867b6bacb18336::" providerId="AD" clId="Web-{C3872732-857C-7630-DF07-B22D54E75ED9}" dt="2023-06-17T06:44:33.385" v="12" actId="1076"/>
        <pc:sldMkLst>
          <pc:docMk/>
          <pc:sldMk cId="1113538066" sldId="464"/>
        </pc:sldMkLst>
        <pc:picChg chg="mod">
          <ac:chgData name="Guest User" userId="S::urn:spo:anon#a2d7b32ec1678dc44d845c9d98c2b1eb712d66ac6d76937d2a867b6bacb18336::" providerId="AD" clId="Web-{C3872732-857C-7630-DF07-B22D54E75ED9}" dt="2023-06-17T06:44:33.385" v="12" actId="1076"/>
          <ac:picMkLst>
            <pc:docMk/>
            <pc:sldMk cId="1113538066" sldId="464"/>
            <ac:picMk id="2" creationId="{00000000-0000-0000-0000-000000000000}"/>
          </ac:picMkLst>
        </pc:picChg>
      </pc:sldChg>
    </pc:docChg>
  </pc:docChgLst>
  <pc:docChgLst>
    <pc:chgData name="Guest User" userId="S::urn:spo:anon#a2d7b32ec1678dc44d845c9d98c2b1eb712d66ac6d76937d2a867b6bacb18336::" providerId="AD" clId="Web-{57310ACB-FB2E-4397-BF51-82A25F34BE7C}"/>
    <pc:docChg chg="modSld">
      <pc:chgData name="Guest User" userId="S::urn:spo:anon#a2d7b32ec1678dc44d845c9d98c2b1eb712d66ac6d76937d2a867b6bacb18336::" providerId="AD" clId="Web-{57310ACB-FB2E-4397-BF51-82A25F34BE7C}" dt="2023-06-03T05:33:25.406" v="10"/>
      <pc:docMkLst>
        <pc:docMk/>
      </pc:docMkLst>
      <pc:sldChg chg="addSp delSp modSp">
        <pc:chgData name="Guest User" userId="S::urn:spo:anon#a2d7b32ec1678dc44d845c9d98c2b1eb712d66ac6d76937d2a867b6bacb18336::" providerId="AD" clId="Web-{57310ACB-FB2E-4397-BF51-82A25F34BE7C}" dt="2023-06-03T05:33:25.406" v="10"/>
        <pc:sldMkLst>
          <pc:docMk/>
          <pc:sldMk cId="1659569929" sldId="456"/>
        </pc:sldMkLst>
        <pc:picChg chg="mod">
          <ac:chgData name="Guest User" userId="S::urn:spo:anon#a2d7b32ec1678dc44d845c9d98c2b1eb712d66ac6d76937d2a867b6bacb18336::" providerId="AD" clId="Web-{57310ACB-FB2E-4397-BF51-82A25F34BE7C}" dt="2023-06-03T05:33:13.906" v="8" actId="1076"/>
          <ac:picMkLst>
            <pc:docMk/>
            <pc:sldMk cId="1659569929" sldId="456"/>
            <ac:picMk id="2" creationId="{00000000-0000-0000-0000-000000000000}"/>
          </ac:picMkLst>
        </pc:picChg>
        <pc:inkChg chg="add del">
          <ac:chgData name="Guest User" userId="S::urn:spo:anon#a2d7b32ec1678dc44d845c9d98c2b1eb712d66ac6d76937d2a867b6bacb18336::" providerId="AD" clId="Web-{57310ACB-FB2E-4397-BF51-82A25F34BE7C}" dt="2023-06-03T05:33:25.406" v="10"/>
          <ac:inkMkLst>
            <pc:docMk/>
            <pc:sldMk cId="1659569929" sldId="456"/>
            <ac:inkMk id="3" creationId="{8F7FC557-4EA0-4A73-E2B3-5A19A5D85DB7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85109"/>
            <a:ext cx="10515600" cy="2534194"/>
          </a:xfrm>
        </p:spPr>
        <p:txBody>
          <a:bodyPr/>
          <a:lstStyle/>
          <a:p>
            <a:pPr algn="ctr"/>
            <a:r>
              <a:rPr lang="en-US" sz="4800" b="1" dirty="0"/>
              <a:t>Color and Pseudo Color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63518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27" y="-1331"/>
            <a:ext cx="8468095" cy="552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69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98" y="0"/>
            <a:ext cx="9529482" cy="639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2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16" y="0"/>
            <a:ext cx="9484020" cy="672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9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11" y="248529"/>
            <a:ext cx="9243252" cy="592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0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03" y="232127"/>
            <a:ext cx="8810905" cy="586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9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55" y="138646"/>
            <a:ext cx="8425258" cy="61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4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84" y="224919"/>
            <a:ext cx="8879463" cy="608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3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38" y="427207"/>
            <a:ext cx="9553448" cy="551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24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43" y="234496"/>
            <a:ext cx="8785131" cy="55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4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51" y="224885"/>
            <a:ext cx="7209895" cy="503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3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147741"/>
            <a:ext cx="9072281" cy="63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2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07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663" y="365125"/>
            <a:ext cx="11409362" cy="6237288"/>
          </a:xfrm>
        </p:spPr>
      </p:pic>
    </p:spTree>
    <p:extLst>
      <p:ext uri="{BB962C8B-B14F-4D97-AF65-F5344CB8AC3E}">
        <p14:creationId xmlns:p14="http://schemas.microsoft.com/office/powerpoint/2010/main" val="164613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00" y="240665"/>
            <a:ext cx="11728450" cy="5553075"/>
          </a:xfrm>
        </p:spPr>
      </p:pic>
    </p:spTree>
    <p:extLst>
      <p:ext uri="{BB962C8B-B14F-4D97-AF65-F5344CB8AC3E}">
        <p14:creationId xmlns:p14="http://schemas.microsoft.com/office/powerpoint/2010/main" val="1137111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123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775" y="215900"/>
            <a:ext cx="11185525" cy="6340475"/>
          </a:xfrm>
        </p:spPr>
      </p:pic>
    </p:spTree>
    <p:extLst>
      <p:ext uri="{BB962C8B-B14F-4D97-AF65-F5344CB8AC3E}">
        <p14:creationId xmlns:p14="http://schemas.microsoft.com/office/powerpoint/2010/main" val="1242689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963" y="120650"/>
            <a:ext cx="10598150" cy="6805613"/>
          </a:xfrm>
        </p:spPr>
      </p:pic>
    </p:spTree>
    <p:extLst>
      <p:ext uri="{BB962C8B-B14F-4D97-AF65-F5344CB8AC3E}">
        <p14:creationId xmlns:p14="http://schemas.microsoft.com/office/powerpoint/2010/main" val="93999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717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7800"/>
            <a:ext cx="11268075" cy="6276975"/>
          </a:xfrm>
        </p:spPr>
      </p:pic>
    </p:spTree>
    <p:extLst>
      <p:ext uri="{BB962C8B-B14F-4D97-AF65-F5344CB8AC3E}">
        <p14:creationId xmlns:p14="http://schemas.microsoft.com/office/powerpoint/2010/main" val="3769555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819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90500"/>
            <a:ext cx="10631488" cy="6667500"/>
          </a:xfrm>
        </p:spPr>
      </p:pic>
    </p:spTree>
    <p:extLst>
      <p:ext uri="{BB962C8B-B14F-4D97-AF65-F5344CB8AC3E}">
        <p14:creationId xmlns:p14="http://schemas.microsoft.com/office/powerpoint/2010/main" val="1614346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921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775" y="190500"/>
            <a:ext cx="10614025" cy="6667500"/>
          </a:xfrm>
        </p:spPr>
      </p:pic>
    </p:spTree>
    <p:extLst>
      <p:ext uri="{BB962C8B-B14F-4D97-AF65-F5344CB8AC3E}">
        <p14:creationId xmlns:p14="http://schemas.microsoft.com/office/powerpoint/2010/main" val="592510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229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50" y="166688"/>
            <a:ext cx="10793413" cy="6291262"/>
          </a:xfrm>
        </p:spPr>
      </p:pic>
    </p:spTree>
    <p:extLst>
      <p:ext uri="{BB962C8B-B14F-4D97-AF65-F5344CB8AC3E}">
        <p14:creationId xmlns:p14="http://schemas.microsoft.com/office/powerpoint/2010/main" val="2671914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145" y="128327"/>
            <a:ext cx="9988278" cy="6612108"/>
          </a:xfrm>
        </p:spPr>
      </p:pic>
    </p:spTree>
    <p:extLst>
      <p:ext uri="{BB962C8B-B14F-4D97-AF65-F5344CB8AC3E}">
        <p14:creationId xmlns:p14="http://schemas.microsoft.com/office/powerpoint/2010/main" val="3805211352"/>
      </p:ext>
    </p:extLst>
  </p:cSld>
  <p:clrMapOvr>
    <a:masterClrMapping/>
  </p:clrMapOvr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1711</TotalTime>
  <Words>6</Words>
  <Application>Microsoft Office PowerPoint</Application>
  <PresentationFormat>Widescreen</PresentationFormat>
  <Paragraphs>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PPT FORMAT</vt:lpstr>
      <vt:lpstr>Color and Pseudo Color Image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338</cp:revision>
  <dcterms:created xsi:type="dcterms:W3CDTF">2019-08-23T05:46:45Z</dcterms:created>
  <dcterms:modified xsi:type="dcterms:W3CDTF">2023-06-17T06:44:36Z</dcterms:modified>
</cp:coreProperties>
</file>