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78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A33FD-B310-BFAB-3015-4CC6E5BFC1F0}" v="4" dt="2023-06-17T07:03:13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GOWDA G" userId="S::darshan.20201com0058@presidencyuniversity.in::c70419c2-56bc-4078-9798-bdfebc5e9c90" providerId="AD" clId="Web-{41DA33FD-B310-BFAB-3015-4CC6E5BFC1F0}"/>
    <pc:docChg chg="modSld">
      <pc:chgData name="DARSHAN GOWDA G" userId="S::darshan.20201com0058@presidencyuniversity.in::c70419c2-56bc-4078-9798-bdfebc5e9c90" providerId="AD" clId="Web-{41DA33FD-B310-BFAB-3015-4CC6E5BFC1F0}" dt="2023-06-17T07:03:13.787" v="3" actId="1076"/>
      <pc:docMkLst>
        <pc:docMk/>
      </pc:docMkLst>
      <pc:sldChg chg="modSp">
        <pc:chgData name="DARSHAN GOWDA G" userId="S::darshan.20201com0058@presidencyuniversity.in::c70419c2-56bc-4078-9798-bdfebc5e9c90" providerId="AD" clId="Web-{41DA33FD-B310-BFAB-3015-4CC6E5BFC1F0}" dt="2023-06-17T07:03:13.787" v="3" actId="1076"/>
        <pc:sldMkLst>
          <pc:docMk/>
          <pc:sldMk cId="3699178496" sldId="387"/>
        </pc:sldMkLst>
        <pc:picChg chg="mod">
          <ac:chgData name="DARSHAN GOWDA G" userId="S::darshan.20201com0058@presidencyuniversity.in::c70419c2-56bc-4078-9798-bdfebc5e9c90" providerId="AD" clId="Web-{41DA33FD-B310-BFAB-3015-4CC6E5BFC1F0}" dt="2023-06-17T07:03:13.787" v="3" actId="1076"/>
          <ac:picMkLst>
            <pc:docMk/>
            <pc:sldMk cId="3699178496" sldId="387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427" y="1290296"/>
            <a:ext cx="9144000" cy="2543268"/>
          </a:xfrm>
        </p:spPr>
        <p:txBody>
          <a:bodyPr>
            <a:normAutofit/>
          </a:bodyPr>
          <a:lstStyle/>
          <a:p>
            <a:pPr marL="295275">
              <a:lnSpc>
                <a:spcPts val="78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-4</a:t>
            </a:r>
          </a:p>
          <a:p>
            <a:pPr marL="295275">
              <a:lnSpc>
                <a:spcPts val="78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</a:t>
            </a:r>
          </a:p>
        </p:txBody>
      </p:sp>
    </p:spTree>
    <p:extLst>
      <p:ext uri="{BB962C8B-B14F-4D97-AF65-F5344CB8AC3E}">
        <p14:creationId xmlns:p14="http://schemas.microsoft.com/office/powerpoint/2010/main" val="305694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217" y="376012"/>
            <a:ext cx="9953897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9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217" y="261257"/>
            <a:ext cx="9509759" cy="56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7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2370"/>
          </a:xfrm>
        </p:spPr>
        <p:txBody>
          <a:bodyPr/>
          <a:lstStyle/>
          <a:p>
            <a:pPr algn="ctr"/>
            <a:r>
              <a:rPr lang="en-US" b="1" dirty="0"/>
              <a:t>Image</a:t>
            </a:r>
            <a:r>
              <a:rPr lang="en-US" b="1" spc="-70" dirty="0"/>
              <a:t> </a:t>
            </a:r>
            <a:r>
              <a:rPr lang="en-US" b="1" dirty="0"/>
              <a:t>Segmentation</a:t>
            </a:r>
          </a:p>
        </p:txBody>
      </p:sp>
      <p:sp>
        <p:nvSpPr>
          <p:cNvPr id="4" name="object 8"/>
          <p:cNvSpPr/>
          <p:nvPr/>
        </p:nvSpPr>
        <p:spPr>
          <a:xfrm>
            <a:off x="2155372" y="1040618"/>
            <a:ext cx="7210698" cy="3429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9"/>
          <p:cNvSpPr/>
          <p:nvPr/>
        </p:nvSpPr>
        <p:spPr>
          <a:xfrm>
            <a:off x="2155372" y="4545877"/>
            <a:ext cx="7119257" cy="1267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274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2057400" y="6324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86455" y="132974"/>
            <a:ext cx="5495290" cy="697230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Image</a:t>
            </a:r>
            <a:r>
              <a:rPr b="1" spc="-70" dirty="0"/>
              <a:t> </a:t>
            </a:r>
            <a:r>
              <a:rPr b="1" dirty="0"/>
              <a:t>Segmentation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xfrm>
            <a:off x="12462933" y="6502934"/>
            <a:ext cx="2743200" cy="218008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5</a:t>
            </a:fld>
            <a:endParaRPr dirty="0"/>
          </a:p>
        </p:txBody>
      </p:sp>
      <p:grpSp>
        <p:nvGrpSpPr>
          <p:cNvPr id="17" name="Group 16"/>
          <p:cNvGrpSpPr/>
          <p:nvPr/>
        </p:nvGrpSpPr>
        <p:grpSpPr>
          <a:xfrm>
            <a:off x="1896036" y="1273685"/>
            <a:ext cx="7879976" cy="4460874"/>
            <a:chOff x="3276600" y="2016126"/>
            <a:chExt cx="6173851" cy="4460874"/>
          </a:xfrm>
        </p:grpSpPr>
        <p:sp>
          <p:nvSpPr>
            <p:cNvPr id="9" name="object 9"/>
            <p:cNvSpPr/>
            <p:nvPr/>
          </p:nvSpPr>
          <p:spPr>
            <a:xfrm>
              <a:off x="3276600" y="2025524"/>
              <a:ext cx="2203450" cy="21924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7002" y="2016126"/>
              <a:ext cx="2187575" cy="22066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0" y="4298950"/>
              <a:ext cx="2201926" cy="21780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8525" y="4306952"/>
              <a:ext cx="2201926" cy="21636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5480" y="3006599"/>
              <a:ext cx="1038225" cy="461645"/>
            </a:xfrm>
            <a:custGeom>
              <a:avLst/>
              <a:gdLst/>
              <a:ahLst/>
              <a:cxnLst/>
              <a:rect l="l" t="t" r="r" b="b"/>
              <a:pathLst>
                <a:path w="1038225" h="461645">
                  <a:moveTo>
                    <a:pt x="806069" y="0"/>
                  </a:moveTo>
                  <a:lnTo>
                    <a:pt x="806069" y="115315"/>
                  </a:lnTo>
                  <a:lnTo>
                    <a:pt x="0" y="115315"/>
                  </a:lnTo>
                  <a:lnTo>
                    <a:pt x="0" y="345948"/>
                  </a:lnTo>
                  <a:lnTo>
                    <a:pt x="806069" y="345948"/>
                  </a:lnTo>
                  <a:lnTo>
                    <a:pt x="806069" y="461137"/>
                  </a:lnTo>
                  <a:lnTo>
                    <a:pt x="1037971" y="230631"/>
                  </a:lnTo>
                  <a:lnTo>
                    <a:pt x="80606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3829" y="5272914"/>
              <a:ext cx="1038225" cy="461645"/>
            </a:xfrm>
            <a:custGeom>
              <a:avLst/>
              <a:gdLst/>
              <a:ahLst/>
              <a:cxnLst/>
              <a:rect l="l" t="t" r="r" b="b"/>
              <a:pathLst>
                <a:path w="1038225" h="461645">
                  <a:moveTo>
                    <a:pt x="806196" y="0"/>
                  </a:moveTo>
                  <a:lnTo>
                    <a:pt x="806196" y="115315"/>
                  </a:lnTo>
                  <a:lnTo>
                    <a:pt x="0" y="115315"/>
                  </a:lnTo>
                  <a:lnTo>
                    <a:pt x="0" y="345846"/>
                  </a:lnTo>
                  <a:lnTo>
                    <a:pt x="806196" y="345846"/>
                  </a:lnTo>
                  <a:lnTo>
                    <a:pt x="806196" y="461137"/>
                  </a:lnTo>
                  <a:lnTo>
                    <a:pt x="1037971" y="230505"/>
                  </a:lnTo>
                  <a:lnTo>
                    <a:pt x="8061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121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Detection of Discontinuities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27100" marR="238760" lvl="1" indent="-457200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89285"/>
              <a:tabLst>
                <a:tab pos="813435" algn="l"/>
              </a:tabLst>
            </a:pP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basic types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gray-level  discontinuities: </a:t>
            </a:r>
            <a:r>
              <a:rPr lang="en-US" sz="32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238760" lvl="1" indent="-457200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89285"/>
              <a:tabLst>
                <a:tab pos="813435" algn="l"/>
              </a:tabLst>
            </a:pP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way is to run a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8985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83" y="151040"/>
            <a:ext cx="10264502" cy="54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64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11719" y="1600238"/>
            <a:ext cx="2182258" cy="45607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3284" y="262624"/>
            <a:ext cx="5720716" cy="696595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Point</a:t>
            </a:r>
            <a:r>
              <a:rPr b="1" spc="-45" dirty="0"/>
              <a:t> </a:t>
            </a:r>
            <a:r>
              <a:rPr b="1" spc="-5" dirty="0"/>
              <a:t>Detection</a:t>
            </a:r>
            <a:endParaRPr b="1" spc="-5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5299"/>
            <a:ext cx="2743200" cy="187231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8</a:t>
            </a:fld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2548127" y="1405127"/>
            <a:ext cx="6137148" cy="5149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3200" y="1600349"/>
            <a:ext cx="5543866" cy="4560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77589" y="4189221"/>
            <a:ext cx="345440" cy="367030"/>
          </a:xfrm>
          <a:custGeom>
            <a:avLst/>
            <a:gdLst/>
            <a:ahLst/>
            <a:cxnLst/>
            <a:rect l="l" t="t" r="r" b="b"/>
            <a:pathLst>
              <a:path w="345439" h="367029">
                <a:moveTo>
                  <a:pt x="0" y="183387"/>
                </a:moveTo>
                <a:lnTo>
                  <a:pt x="6170" y="134658"/>
                </a:lnTo>
                <a:lnTo>
                  <a:pt x="23584" y="90856"/>
                </a:lnTo>
                <a:lnTo>
                  <a:pt x="50593" y="53736"/>
                </a:lnTo>
                <a:lnTo>
                  <a:pt x="85550" y="25051"/>
                </a:lnTo>
                <a:lnTo>
                  <a:pt x="126808" y="6555"/>
                </a:lnTo>
                <a:lnTo>
                  <a:pt x="172719" y="0"/>
                </a:lnTo>
                <a:lnTo>
                  <a:pt x="218577" y="6555"/>
                </a:lnTo>
                <a:lnTo>
                  <a:pt x="259799" y="25051"/>
                </a:lnTo>
                <a:lnTo>
                  <a:pt x="294735" y="53736"/>
                </a:lnTo>
                <a:lnTo>
                  <a:pt x="321733" y="90856"/>
                </a:lnTo>
                <a:lnTo>
                  <a:pt x="339142" y="134658"/>
                </a:lnTo>
                <a:lnTo>
                  <a:pt x="345313" y="183387"/>
                </a:lnTo>
                <a:lnTo>
                  <a:pt x="339142" y="232171"/>
                </a:lnTo>
                <a:lnTo>
                  <a:pt x="321733" y="276008"/>
                </a:lnTo>
                <a:lnTo>
                  <a:pt x="294735" y="313150"/>
                </a:lnTo>
                <a:lnTo>
                  <a:pt x="259799" y="341846"/>
                </a:lnTo>
                <a:lnTo>
                  <a:pt x="218577" y="360347"/>
                </a:lnTo>
                <a:lnTo>
                  <a:pt x="172719" y="366902"/>
                </a:lnTo>
                <a:lnTo>
                  <a:pt x="126808" y="360347"/>
                </a:lnTo>
                <a:lnTo>
                  <a:pt x="85550" y="341846"/>
                </a:lnTo>
                <a:lnTo>
                  <a:pt x="50593" y="313150"/>
                </a:lnTo>
                <a:lnTo>
                  <a:pt x="23584" y="276008"/>
                </a:lnTo>
                <a:lnTo>
                  <a:pt x="6170" y="232171"/>
                </a:lnTo>
                <a:lnTo>
                  <a:pt x="0" y="183387"/>
                </a:lnTo>
                <a:close/>
              </a:path>
            </a:pathLst>
          </a:custGeom>
          <a:ln w="25400">
            <a:solidFill>
              <a:srgbClr val="E7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04153" y="4189221"/>
            <a:ext cx="345440" cy="367030"/>
          </a:xfrm>
          <a:custGeom>
            <a:avLst/>
            <a:gdLst/>
            <a:ahLst/>
            <a:cxnLst/>
            <a:rect l="l" t="t" r="r" b="b"/>
            <a:pathLst>
              <a:path w="345439" h="367029">
                <a:moveTo>
                  <a:pt x="0" y="183387"/>
                </a:moveTo>
                <a:lnTo>
                  <a:pt x="6161" y="134658"/>
                </a:lnTo>
                <a:lnTo>
                  <a:pt x="23551" y="90856"/>
                </a:lnTo>
                <a:lnTo>
                  <a:pt x="50530" y="53736"/>
                </a:lnTo>
                <a:lnTo>
                  <a:pt x="85456" y="25051"/>
                </a:lnTo>
                <a:lnTo>
                  <a:pt x="126691" y="6555"/>
                </a:lnTo>
                <a:lnTo>
                  <a:pt x="172593" y="0"/>
                </a:lnTo>
                <a:lnTo>
                  <a:pt x="218494" y="6555"/>
                </a:lnTo>
                <a:lnTo>
                  <a:pt x="259729" y="25051"/>
                </a:lnTo>
                <a:lnTo>
                  <a:pt x="294655" y="53736"/>
                </a:lnTo>
                <a:lnTo>
                  <a:pt x="321634" y="90856"/>
                </a:lnTo>
                <a:lnTo>
                  <a:pt x="339024" y="134658"/>
                </a:lnTo>
                <a:lnTo>
                  <a:pt x="345186" y="183387"/>
                </a:lnTo>
                <a:lnTo>
                  <a:pt x="339024" y="232171"/>
                </a:lnTo>
                <a:lnTo>
                  <a:pt x="321634" y="276008"/>
                </a:lnTo>
                <a:lnTo>
                  <a:pt x="294655" y="313150"/>
                </a:lnTo>
                <a:lnTo>
                  <a:pt x="259729" y="341846"/>
                </a:lnTo>
                <a:lnTo>
                  <a:pt x="218494" y="360347"/>
                </a:lnTo>
                <a:lnTo>
                  <a:pt x="172593" y="366902"/>
                </a:lnTo>
                <a:lnTo>
                  <a:pt x="126691" y="360347"/>
                </a:lnTo>
                <a:lnTo>
                  <a:pt x="85456" y="341846"/>
                </a:lnTo>
                <a:lnTo>
                  <a:pt x="50530" y="313150"/>
                </a:lnTo>
                <a:lnTo>
                  <a:pt x="23551" y="276008"/>
                </a:lnTo>
                <a:lnTo>
                  <a:pt x="6161" y="232171"/>
                </a:lnTo>
                <a:lnTo>
                  <a:pt x="0" y="183387"/>
                </a:lnTo>
                <a:close/>
              </a:path>
            </a:pathLst>
          </a:custGeom>
          <a:ln w="25400">
            <a:solidFill>
              <a:srgbClr val="E7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3184" y="4189221"/>
            <a:ext cx="345440" cy="367030"/>
          </a:xfrm>
          <a:custGeom>
            <a:avLst/>
            <a:gdLst/>
            <a:ahLst/>
            <a:cxnLst/>
            <a:rect l="l" t="t" r="r" b="b"/>
            <a:pathLst>
              <a:path w="345440" h="367029">
                <a:moveTo>
                  <a:pt x="0" y="183387"/>
                </a:moveTo>
                <a:lnTo>
                  <a:pt x="6170" y="134658"/>
                </a:lnTo>
                <a:lnTo>
                  <a:pt x="23584" y="90856"/>
                </a:lnTo>
                <a:lnTo>
                  <a:pt x="50593" y="53736"/>
                </a:lnTo>
                <a:lnTo>
                  <a:pt x="85550" y="25051"/>
                </a:lnTo>
                <a:lnTo>
                  <a:pt x="126808" y="6555"/>
                </a:lnTo>
                <a:lnTo>
                  <a:pt x="172719" y="0"/>
                </a:lnTo>
                <a:lnTo>
                  <a:pt x="218621" y="6555"/>
                </a:lnTo>
                <a:lnTo>
                  <a:pt x="259856" y="25051"/>
                </a:lnTo>
                <a:lnTo>
                  <a:pt x="294782" y="53736"/>
                </a:lnTo>
                <a:lnTo>
                  <a:pt x="321761" y="90856"/>
                </a:lnTo>
                <a:lnTo>
                  <a:pt x="339151" y="134658"/>
                </a:lnTo>
                <a:lnTo>
                  <a:pt x="345313" y="183387"/>
                </a:lnTo>
                <a:lnTo>
                  <a:pt x="339151" y="232171"/>
                </a:lnTo>
                <a:lnTo>
                  <a:pt x="321761" y="276008"/>
                </a:lnTo>
                <a:lnTo>
                  <a:pt x="294782" y="313150"/>
                </a:lnTo>
                <a:lnTo>
                  <a:pt x="259856" y="341846"/>
                </a:lnTo>
                <a:lnTo>
                  <a:pt x="218621" y="360347"/>
                </a:lnTo>
                <a:lnTo>
                  <a:pt x="172719" y="366902"/>
                </a:lnTo>
                <a:lnTo>
                  <a:pt x="126808" y="360347"/>
                </a:lnTo>
                <a:lnTo>
                  <a:pt x="85550" y="341846"/>
                </a:lnTo>
                <a:lnTo>
                  <a:pt x="50593" y="313150"/>
                </a:lnTo>
                <a:lnTo>
                  <a:pt x="23584" y="276008"/>
                </a:lnTo>
                <a:lnTo>
                  <a:pt x="6170" y="232171"/>
                </a:lnTo>
                <a:lnTo>
                  <a:pt x="0" y="183387"/>
                </a:lnTo>
                <a:close/>
              </a:path>
            </a:pathLst>
          </a:custGeom>
          <a:ln w="25400">
            <a:solidFill>
              <a:srgbClr val="E7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0534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52400"/>
            <a:ext cx="90678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7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2057400" y="6324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7400" y="848386"/>
            <a:ext cx="7131327" cy="19649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3186" y="3270822"/>
            <a:ext cx="6805549" cy="3698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10907" y="57014"/>
            <a:ext cx="5470109" cy="696595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Line</a:t>
            </a:r>
            <a:r>
              <a:rPr b="1" spc="-80" dirty="0"/>
              <a:t> </a:t>
            </a:r>
            <a:r>
              <a:rPr b="1" dirty="0"/>
              <a:t>Detection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xfrm>
            <a:off x="12462933" y="6502934"/>
            <a:ext cx="2743200" cy="218008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10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889747" y="3714719"/>
            <a:ext cx="10488706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spcBef>
                <a:spcPts val="100"/>
              </a:spcBef>
              <a:buChar char="•"/>
              <a:tabLst>
                <a:tab pos="469900" algn="l"/>
                <a:tab pos="470534" algn="l"/>
              </a:tabLst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</a:t>
            </a:r>
            <a:r>
              <a:rPr sz="23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result with max response </a:t>
            </a:r>
            <a:r>
              <a:rPr sz="23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 passed through the middle row of the mask with a</a:t>
            </a:r>
            <a:r>
              <a:rPr sz="23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 background.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834">
              <a:spcBef>
                <a:spcPts val="100"/>
              </a:spcBef>
              <a:buChar char="•"/>
              <a:tabLst>
                <a:tab pos="469900" algn="l"/>
                <a:tab pos="470534" algn="l"/>
              </a:tabLst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similar idea is used with other</a:t>
            </a:r>
            <a:r>
              <a:rPr sz="23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masks.</a:t>
            </a:r>
          </a:p>
          <a:p>
            <a:pPr marL="469900" indent="-457834">
              <a:buChar char="•"/>
              <a:tabLst>
                <a:tab pos="469900" algn="l"/>
                <a:tab pos="470534" algn="l"/>
              </a:tabLst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preferred direction of each mask is weighted</a:t>
            </a:r>
            <a:r>
              <a:rPr sz="2300" spc="-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</a:t>
            </a:r>
            <a:r>
              <a:rPr sz="23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(i.e.,2) than other possible</a:t>
            </a:r>
            <a:r>
              <a:rPr sz="23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directions.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3188" y="2852366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R</a:t>
            </a:r>
            <a:r>
              <a:rPr spc="-7" baseline="-20833" dirty="0">
                <a:latin typeface="Arial"/>
                <a:cs typeface="Arial"/>
              </a:rPr>
              <a:t>1</a:t>
            </a:r>
            <a:endParaRPr baseline="-20833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2856" y="2818384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R</a:t>
            </a:r>
            <a:r>
              <a:rPr spc="-7" baseline="-20833" dirty="0">
                <a:latin typeface="Arial"/>
                <a:cs typeface="Arial"/>
              </a:rPr>
              <a:t>2</a:t>
            </a:r>
            <a:endParaRPr baseline="-20833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53874" y="285049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R</a:t>
            </a:r>
            <a:r>
              <a:rPr spc="-7" baseline="-20833" dirty="0">
                <a:latin typeface="Arial"/>
                <a:cs typeface="Arial"/>
              </a:rPr>
              <a:t>3</a:t>
            </a:r>
            <a:endParaRPr baseline="-20833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44892" y="2850491"/>
            <a:ext cx="325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R</a:t>
            </a:r>
            <a:r>
              <a:rPr spc="-7" baseline="-20833" dirty="0">
                <a:latin typeface="Arial"/>
                <a:cs typeface="Arial"/>
              </a:rPr>
              <a:t>4</a:t>
            </a:r>
            <a:endParaRPr baseline="-2083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335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45920" y="1300225"/>
            <a:ext cx="6157214" cy="4871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12182" y="1300225"/>
            <a:ext cx="2329543" cy="4648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4542" y="238950"/>
            <a:ext cx="4262178" cy="696595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Line</a:t>
            </a:r>
            <a:r>
              <a:rPr b="1" spc="-80" dirty="0"/>
              <a:t> </a:t>
            </a:r>
            <a:r>
              <a:rPr b="1" dirty="0"/>
              <a:t>Detection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5299"/>
            <a:ext cx="2743200" cy="187231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96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5" y="330926"/>
            <a:ext cx="10423534" cy="546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9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7" y="204652"/>
            <a:ext cx="9705702" cy="472004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15291" y="4924697"/>
            <a:ext cx="8425543" cy="160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39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573337" y="1088804"/>
            <a:ext cx="7086600" cy="3413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19400" y="4800601"/>
            <a:ext cx="6553200" cy="1444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29001" y="262389"/>
            <a:ext cx="5867399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sz="4000" b="1" spc="-8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5299"/>
            <a:ext cx="2743200" cy="187231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97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642" y="365126"/>
            <a:ext cx="8640716" cy="52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3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First Order Edge Detection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Robert Cross Gradient Operators.</a:t>
            </a:r>
          </a:p>
          <a:p>
            <a:r>
              <a:rPr lang="en-US" dirty="0"/>
              <a:t>Prewitt Operator.</a:t>
            </a:r>
          </a:p>
          <a:p>
            <a:r>
              <a:rPr lang="en-US" dirty="0"/>
              <a:t>Sobel Operator.</a:t>
            </a:r>
          </a:p>
        </p:txBody>
      </p:sp>
      <p:sp>
        <p:nvSpPr>
          <p:cNvPr id="4" name="object 8"/>
          <p:cNvSpPr/>
          <p:nvPr/>
        </p:nvSpPr>
        <p:spPr>
          <a:xfrm>
            <a:off x="6601097" y="2490645"/>
            <a:ext cx="3038184" cy="3352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75" y="3422469"/>
            <a:ext cx="3836306" cy="1489165"/>
          </a:xfrm>
          <a:prstGeom prst="rect">
            <a:avLst/>
          </a:prstGeom>
        </p:spPr>
      </p:pic>
      <p:sp>
        <p:nvSpPr>
          <p:cNvPr id="6" name="object 9"/>
          <p:cNvSpPr/>
          <p:nvPr/>
        </p:nvSpPr>
        <p:spPr>
          <a:xfrm>
            <a:off x="9777669" y="3246120"/>
            <a:ext cx="1437743" cy="15239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803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8720" y="1676662"/>
            <a:ext cx="6538770" cy="3169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85496" y="1676662"/>
            <a:ext cx="1949104" cy="311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0508" y="211963"/>
            <a:ext cx="6339172" cy="696595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Edge</a:t>
            </a:r>
            <a:r>
              <a:rPr b="1" spc="-85" dirty="0"/>
              <a:t> </a:t>
            </a:r>
            <a:r>
              <a:rPr b="1" dirty="0"/>
              <a:t>Detection</a:t>
            </a:r>
            <a:r>
              <a:rPr lang="en-US" b="1" dirty="0"/>
              <a:t> </a:t>
            </a:r>
            <a:r>
              <a:rPr lang="en-US" b="1" dirty="0" err="1"/>
              <a:t>Eg</a:t>
            </a:r>
            <a:r>
              <a:rPr lang="en-US" b="1" dirty="0"/>
              <a:t>..</a:t>
            </a:r>
            <a:endParaRPr b="1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5299"/>
            <a:ext cx="2743200" cy="187231"/>
          </a:xfrm>
          <a:prstGeom prst="rect">
            <a:avLst/>
          </a:prstGeom>
        </p:spPr>
        <p:txBody>
          <a:bodyPr vert="horz" wrap="square" lIns="0" tIns="25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00">
              <a:spcBef>
                <a:spcPts val="20"/>
              </a:spcBef>
            </a:pPr>
            <a:fld id="{81D60167-4931-47E6-BA6A-407CBD079E47}" type="slidenum">
              <a:rPr dirty="0"/>
              <a:pPr marL="25400">
                <a:spcBef>
                  <a:spcPts val="20"/>
                </a:spcBef>
              </a:pPr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7382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19" y="306977"/>
            <a:ext cx="10199978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54777"/>
      </p:ext>
    </p:extLst>
  </p:cSld>
  <p:clrMapOvr>
    <a:masterClrMapping/>
  </p:clrMapOvr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1596</TotalTime>
  <Words>133</Words>
  <Application>Microsoft Office PowerPoint</Application>
  <PresentationFormat>Widescreen</PresentationFormat>
  <Paragraphs>29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PPT FORMAT</vt:lpstr>
      <vt:lpstr>PowerPoint Presentation</vt:lpstr>
      <vt:lpstr>PowerPoint Presentation</vt:lpstr>
      <vt:lpstr>PowerPoint Presentation</vt:lpstr>
      <vt:lpstr>Image Segmentation</vt:lpstr>
      <vt:lpstr>Image Segmentation</vt:lpstr>
      <vt:lpstr>Detection of Discontinuities</vt:lpstr>
      <vt:lpstr>PowerPoint Presentation</vt:lpstr>
      <vt:lpstr>Point Detection</vt:lpstr>
      <vt:lpstr>PowerPoint Presentation</vt:lpstr>
      <vt:lpstr>Line Detection</vt:lpstr>
      <vt:lpstr>Line Detection</vt:lpstr>
      <vt:lpstr>PowerPoint Presentation</vt:lpstr>
      <vt:lpstr>PowerPoint Presentation</vt:lpstr>
      <vt:lpstr>Edge Detection</vt:lpstr>
      <vt:lpstr>PowerPoint Presentation</vt:lpstr>
      <vt:lpstr>First Order Edge Detection Operator</vt:lpstr>
      <vt:lpstr>Edge Detection Eg..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279</cp:revision>
  <dcterms:created xsi:type="dcterms:W3CDTF">2019-08-23T05:46:45Z</dcterms:created>
  <dcterms:modified xsi:type="dcterms:W3CDTF">2023-06-17T07:03:23Z</dcterms:modified>
</cp:coreProperties>
</file>