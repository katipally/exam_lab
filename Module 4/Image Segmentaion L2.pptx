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405" r:id="rId2"/>
    <p:sldId id="397" r:id="rId3"/>
    <p:sldId id="398" r:id="rId4"/>
    <p:sldId id="399" r:id="rId5"/>
    <p:sldId id="400" r:id="rId6"/>
    <p:sldId id="401" r:id="rId7"/>
    <p:sldId id="402" r:id="rId8"/>
    <p:sldId id="403" r:id="rId9"/>
    <p:sldId id="40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E79008-E739-4DF0-AD6A-2CD797F7AAE6}" type="datetimeFigureOut">
              <a:rPr lang="en-US" smtClean="0"/>
              <a:pPr/>
              <a:t>12/10/2022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4E5A6F-281D-47F3-B400-5377046C32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030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096237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12/10/2022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>
          <a:xfrm>
            <a:off x="9446684" y="6381751"/>
            <a:ext cx="2743200" cy="365125"/>
          </a:xfrm>
        </p:spPr>
        <p:txBody>
          <a:bodyPr/>
          <a:lstStyle>
            <a:lvl1pPr defTabSz="914400">
              <a:defRPr sz="1600" b="1">
                <a:solidFill>
                  <a:srgbClr val="FFFFFF"/>
                </a:solidFill>
                <a:latin typeface="Cambria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2875"/>
            <a:ext cx="10515600" cy="8323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06286"/>
            <a:ext cx="10515600" cy="387966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12/10/2022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>
          <a:xfrm>
            <a:off x="9414933" y="6429376"/>
            <a:ext cx="2743200" cy="365125"/>
          </a:xfrm>
        </p:spPr>
        <p:txBody>
          <a:bodyPr/>
          <a:lstStyle>
            <a:lvl1pPr defTabSz="914400">
              <a:defRPr sz="1400" b="1">
                <a:solidFill>
                  <a:srgbClr val="FFFFFF"/>
                </a:solidFill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73002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372731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12/10/2022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12/10/2022</a:t>
            </a:fld>
            <a:endParaRPr lang="en-US"/>
          </a:p>
        </p:txBody>
      </p:sp>
      <p:sp>
        <p:nvSpPr>
          <p:cNvPr id="6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12/10/2022</a:t>
            </a:fld>
            <a:endParaRPr lang="en-US"/>
          </a:p>
        </p:txBody>
      </p:sp>
      <p:sp>
        <p:nvSpPr>
          <p:cNvPr id="8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12/10/2022</a:t>
            </a:fld>
            <a:endParaRPr lang="en-US"/>
          </a:p>
        </p:txBody>
      </p:sp>
      <p:sp>
        <p:nvSpPr>
          <p:cNvPr id="4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12/10/2022</a:t>
            </a:fld>
            <a:endParaRPr lang="en-US"/>
          </a:p>
        </p:txBody>
      </p:sp>
      <p:sp>
        <p:nvSpPr>
          <p:cNvPr id="3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12/10/2022</a:t>
            </a:fld>
            <a:endParaRPr lang="en-US"/>
          </a:p>
        </p:txBody>
      </p:sp>
      <p:sp>
        <p:nvSpPr>
          <p:cNvPr id="6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12/10/2022</a:t>
            </a:fld>
            <a:endParaRPr lang="en-US"/>
          </a:p>
        </p:txBody>
      </p:sp>
      <p:sp>
        <p:nvSpPr>
          <p:cNvPr id="6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12/10/2022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F0612D14-CBA2-468E-96F8-10D479708BAB}" type="datetimeFigureOut">
              <a:rPr lang="en-US" smtClean="0"/>
              <a:pPr/>
              <a:t>12/10/2022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defTabSz="914400"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914400">
              <a:defRPr>
                <a:latin typeface="Times New Roman" pitchFamily="18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>
            <a:extLst/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F0612D14-CBA2-468E-96F8-10D479708BAB}" type="datetimeFigureOut">
              <a:rPr lang="en-US" smtClean="0"/>
              <a:pPr/>
              <a:t>12/10/2022</a:t>
            </a:fld>
            <a:endParaRPr lang="en-US"/>
          </a:p>
        </p:txBody>
      </p:sp>
      <p:sp>
        <p:nvSpPr>
          <p:cNvPr id="5" name="Footer Placeholder 4">
            <a:extLst/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/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  <a:cs typeface="Arial" charset="0"/>
              </a:defRPr>
            </a:lvl1pPr>
          </a:lstStyle>
          <a:p>
            <a:fld id="{8771EF55-7BF6-4749-A85B-714493CF53C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31" name="Picture 7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5153026"/>
            <a:ext cx="12192000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03864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Cambria" panose="020405030504060302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Region Based Segmentation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 smtClean="0"/>
              <a:t>Find regions directly via pixel inspection.</a:t>
            </a:r>
          </a:p>
          <a:p>
            <a:pPr lvl="1"/>
            <a:r>
              <a:rPr lang="en-US" sz="3200" dirty="0" smtClean="0"/>
              <a:t>Region Growing Algorithm.</a:t>
            </a:r>
          </a:p>
          <a:p>
            <a:pPr lvl="1"/>
            <a:r>
              <a:rPr lang="en-US" sz="3200" dirty="0" smtClean="0"/>
              <a:t>Split and Merge</a:t>
            </a:r>
            <a:r>
              <a:rPr lang="en-US" sz="3200" dirty="0"/>
              <a:t> Algorithm</a:t>
            </a:r>
            <a:r>
              <a:rPr lang="en-US" sz="3200" dirty="0" smtClean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53562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6496" y="365125"/>
            <a:ext cx="10107304" cy="555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132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10134600" cy="538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37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9948155" cy="5468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261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8283" y="204717"/>
            <a:ext cx="11472143" cy="642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63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2089" y="118299"/>
            <a:ext cx="9921921" cy="673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16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9086" y="365125"/>
            <a:ext cx="10043075" cy="5699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010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92" y="324690"/>
            <a:ext cx="10887075" cy="695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92" y="1317812"/>
            <a:ext cx="6962775" cy="457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891" y="2072809"/>
            <a:ext cx="2886075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81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10939818" cy="602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21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 FORMAT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FORMAT</Template>
  <TotalTime>1614</TotalTime>
  <Words>19</Words>
  <Application>Microsoft Office PowerPoint</Application>
  <PresentationFormat>Widescreen</PresentationFormat>
  <Paragraphs>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Times New Roman</vt:lpstr>
      <vt:lpstr>PPT FORMAT</vt:lpstr>
      <vt:lpstr>Region Based Segmentation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CSE395</dc:title>
  <dc:creator>Windows User</dc:creator>
  <cp:lastModifiedBy>admin</cp:lastModifiedBy>
  <cp:revision>279</cp:revision>
  <dcterms:created xsi:type="dcterms:W3CDTF">2019-08-23T05:46:45Z</dcterms:created>
  <dcterms:modified xsi:type="dcterms:W3CDTF">2022-12-10T06:38:43Z</dcterms:modified>
</cp:coreProperties>
</file>